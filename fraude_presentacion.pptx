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583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20040" y="1463040"/>
            <a:ext cx="8503920" cy="22860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FRAUDE TARJETAS DE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200" dirty="0">
                <a:solidFill>
                  <a:srgbClr val="C039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CRÉDITO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FAN · DANIEL SAAB · SANDRA LÓPEZ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Índice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029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73152" cy="7772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4630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029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73152" cy="7772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249631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514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0292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73152" cy="7772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777240" y="3547872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566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914400"/>
            <a:ext cx="2468880" cy="3200400"/>
          </a:xfrm>
          <a:prstGeom prst="rect">
            <a:avLst/>
          </a:prstGeom>
          <a:solidFill>
            <a:srgbClr val="1F3D7A">
              <a:alpha val="1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2103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3D7A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1F3D7A">
                    <a:alpha val="50000"/>
                  </a:srgbClr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Fraude</a:t>
            </a:r>
            <a:endParaRPr lang="en-US" sz="3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128016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108960"/>
          </a:xfrm>
          <a:prstGeom prst="rect">
            <a:avLst/>
          </a:prstGeom>
          <a:solidFill>
            <a:srgbClr val="F8F9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 crítico?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0574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fraude en tarjetas de crédito genera pérdidas de miles de millones de dólares anualmente a nivel global.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problema de clasificación binaria con fuerte desbalance: en el dataset original, los fraudes representan apenas el 0,52% del total de transacciones.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4114800" cy="3108960"/>
          </a:xfrm>
          <a:prstGeom prst="rect">
            <a:avLst/>
          </a:prstGeom>
          <a:solidFill>
            <a:srgbClr val="1F3D7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411480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4937760" y="1600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057400"/>
            <a:ext cx="3749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y validar un modelo de Machine Learning (Stacking Ensemble) para clasificar transacciones fraudulentas, abordando el fuerte desbalanceo de clases mediante técnicas de undersampling y oversampling.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128016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Dataset Original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73152" cy="14630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48640" y="1572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339.607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registros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de tarjetas de crédito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73152" cy="14630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4846320" y="15727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46320" y="2029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30428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temporales, categóricas, demográficas y transaccionales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73152" cy="14630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48640" y="3264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99,48% / 0,52%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original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959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Legítimas / Fraudes (desbalanceo extremo)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5468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4663440" y="3154680"/>
            <a:ext cx="73152" cy="146304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4846320" y="326440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3D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2019-2020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846320" y="3721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Periodo de datos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39959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Enero 2019 – Diciembre 2020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228600" y="0"/>
            <a:ext cx="8915400" cy="1280160"/>
          </a:xfrm>
          <a:prstGeom prst="rect">
            <a:avLst/>
          </a:prstGeom>
          <a:solidFill>
            <a:srgbClr val="F8F9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Dataset: Variables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743200" cy="3291840"/>
          </a:xfrm>
          <a:prstGeom prst="rect">
            <a:avLst/>
          </a:prstGeom>
          <a:solidFill>
            <a:srgbClr val="F8F9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743200" cy="73152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50292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Temporales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trans_date_trans_time (fecha y hora) y dob (fecha de nacimiento, rango 1927–2001). Permiten extraer características como hora, día de la semana y mes.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743200" cy="3291840"/>
          </a:xfrm>
          <a:prstGeom prst="rect">
            <a:avLst/>
          </a:prstGeom>
          <a:solidFill>
            <a:srgbClr val="F8F9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743200" cy="73152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42900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Categóricas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(nombre del comercio), category (14 categorías), city y state (ubicación) y job (profesión). Se aplica Binary Encoding y One-Hot Encoding según cardinalidad.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463040"/>
            <a:ext cx="2743200" cy="3291840"/>
          </a:xfrm>
          <a:prstGeom prst="rect">
            <a:avLst/>
          </a:prstGeom>
          <a:solidFill>
            <a:srgbClr val="F8F9FC"/>
          </a:solidFill>
          <a:ln/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6217920" y="1463040"/>
            <a:ext cx="2743200" cy="7315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6355080" y="1600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2468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is_fraud es binaria (0 = legítima, 1 = fraude). Es la clase a predecir. En el dataset original representa sólo el 0,52% de las transacciones.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F3D7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8503920" cy="192024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kern="0" spc="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GRACIAS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C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Alejandro Fan · Daniel Saab · Sandra López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de Fraude en Tarjetas de Crédito — Modelo Stacking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283</Words>
  <Application>Microsoft Office PowerPoint</Application>
  <PresentationFormat>Presentación en pantalla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Fraude Tarjetas de Crédito</dc:title>
  <dc:subject>PptxGenJS Presentation</dc:subject>
  <dc:creator>PptxGenJS</dc:creator>
  <cp:lastModifiedBy>Alejandro Fan Ye Zhang</cp:lastModifiedBy>
  <cp:revision>2</cp:revision>
  <dcterms:created xsi:type="dcterms:W3CDTF">2026-05-03T11:12:15Z</dcterms:created>
  <dcterms:modified xsi:type="dcterms:W3CDTF">2026-05-03T16:28:42Z</dcterms:modified>
</cp:coreProperties>
</file>